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0" r:id="rId5"/>
    <p:sldId id="259"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645F551-86B7-40EF-9CCC-6F98F3046185}">
          <p14:sldIdLst>
            <p14:sldId id="256"/>
          </p14:sldIdLst>
        </p14:section>
        <p14:section name="Untitled Section" id="{F9AD04A6-B5AD-4ACB-AB13-8E29221B6DAC}">
          <p14:sldIdLst>
            <p14:sldId id="257"/>
          </p14:sldIdLst>
        </p14:section>
        <p14:section name="Untitled Section" id="{0505E8F2-A833-473E-AB96-5AA1D97F406B}">
          <p14:sldIdLst>
            <p14:sldId id="258"/>
            <p14:sldId id="260"/>
            <p14:sldId id="259"/>
            <p14:sldId id="261"/>
            <p14:sldId id="262"/>
            <p14:sldId id="263"/>
          </p14:sldIdLst>
        </p14:section>
        <p14:section name="Untitled Section" id="{2335CC7C-468D-4156-971C-23E4BBA6767C}">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78EA26-2D25-4AEF-BB70-0C5B296D1ABD}" v="57" dt="2025-11-16T16:26:14.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5" d="100"/>
          <a:sy n="75" d="100"/>
        </p:scale>
        <p:origin x="72"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indrasingh6002@gmail.com" userId="f830e46b47c865d6" providerId="LiveId" clId="{34A72A5A-1939-4111-A0FC-9EF0EE6083E0}"/>
    <pc:docChg chg="undo custSel addSld modSld sldOrd addSection modSection">
      <pc:chgData name="pravindrasingh6002@gmail.com" userId="f830e46b47c865d6" providerId="LiveId" clId="{34A72A5A-1939-4111-A0FC-9EF0EE6083E0}" dt="2025-11-16T16:27:39.634" v="513" actId="2711"/>
      <pc:docMkLst>
        <pc:docMk/>
      </pc:docMkLst>
      <pc:sldChg chg="addSp delSp modSp mod ord modClrScheme chgLayout">
        <pc:chgData name="pravindrasingh6002@gmail.com" userId="f830e46b47c865d6" providerId="LiveId" clId="{34A72A5A-1939-4111-A0FC-9EF0EE6083E0}" dt="2025-11-16T16:16:24.349" v="455"/>
        <pc:sldMkLst>
          <pc:docMk/>
          <pc:sldMk cId="1787314212" sldId="258"/>
        </pc:sldMkLst>
        <pc:spChg chg="del mod">
          <ac:chgData name="pravindrasingh6002@gmail.com" userId="f830e46b47c865d6" providerId="LiveId" clId="{34A72A5A-1939-4111-A0FC-9EF0EE6083E0}" dt="2025-11-16T14:13:09.871" v="12" actId="700"/>
          <ac:spMkLst>
            <pc:docMk/>
            <pc:sldMk cId="1787314212" sldId="258"/>
            <ac:spMk id="2" creationId="{CBC489ED-2713-A789-BD77-F05B4EDB85B1}"/>
          </ac:spMkLst>
        </pc:spChg>
        <pc:spChg chg="del">
          <ac:chgData name="pravindrasingh6002@gmail.com" userId="f830e46b47c865d6" providerId="LiveId" clId="{34A72A5A-1939-4111-A0FC-9EF0EE6083E0}" dt="2025-11-16T14:02:21.366" v="0"/>
          <ac:spMkLst>
            <pc:docMk/>
            <pc:sldMk cId="1787314212" sldId="258"/>
            <ac:spMk id="3" creationId="{C33063CF-8A1E-39FE-AA6D-89AF603CA55E}"/>
          </ac:spMkLst>
        </pc:spChg>
        <pc:spChg chg="add del mod">
          <ac:chgData name="pravindrasingh6002@gmail.com" userId="f830e46b47c865d6" providerId="LiveId" clId="{34A72A5A-1939-4111-A0FC-9EF0EE6083E0}" dt="2025-11-16T14:03:15.421" v="6" actId="21"/>
          <ac:spMkLst>
            <pc:docMk/>
            <pc:sldMk cId="1787314212" sldId="258"/>
            <ac:spMk id="7" creationId="{D23E59C3-E89A-5668-01F5-4DD129E53A8F}"/>
          </ac:spMkLst>
        </pc:spChg>
        <pc:spChg chg="add del mod">
          <ac:chgData name="pravindrasingh6002@gmail.com" userId="f830e46b47c865d6" providerId="LiveId" clId="{34A72A5A-1939-4111-A0FC-9EF0EE6083E0}" dt="2025-11-16T14:07:12.864" v="10"/>
          <ac:spMkLst>
            <pc:docMk/>
            <pc:sldMk cId="1787314212" sldId="258"/>
            <ac:spMk id="9" creationId="{D966CC8D-4422-A5F7-143E-6EE49ACC27C0}"/>
          </ac:spMkLst>
        </pc:spChg>
        <pc:spChg chg="add del mod">
          <ac:chgData name="pravindrasingh6002@gmail.com" userId="f830e46b47c865d6" providerId="LiveId" clId="{34A72A5A-1939-4111-A0FC-9EF0EE6083E0}" dt="2025-11-16T14:13:09.871" v="12" actId="700"/>
          <ac:spMkLst>
            <pc:docMk/>
            <pc:sldMk cId="1787314212" sldId="258"/>
            <ac:spMk id="13" creationId="{9F782237-521C-D5CD-FFEF-46FFDB5025DC}"/>
          </ac:spMkLst>
        </pc:spChg>
        <pc:spChg chg="add mod ord">
          <ac:chgData name="pravindrasingh6002@gmail.com" userId="f830e46b47c865d6" providerId="LiveId" clId="{34A72A5A-1939-4111-A0FC-9EF0EE6083E0}" dt="2025-11-16T15:04:38.322" v="172" actId="255"/>
          <ac:spMkLst>
            <pc:docMk/>
            <pc:sldMk cId="1787314212" sldId="258"/>
            <ac:spMk id="14" creationId="{223FFB2E-9695-64B5-ABEC-DCEBF37B064F}"/>
          </ac:spMkLst>
        </pc:spChg>
        <pc:spChg chg="add del mod ord">
          <ac:chgData name="pravindrasingh6002@gmail.com" userId="f830e46b47c865d6" providerId="LiveId" clId="{34A72A5A-1939-4111-A0FC-9EF0EE6083E0}" dt="2025-11-16T14:16:25.753" v="43"/>
          <ac:spMkLst>
            <pc:docMk/>
            <pc:sldMk cId="1787314212" sldId="258"/>
            <ac:spMk id="15" creationId="{F90A128B-10C2-EB0C-B208-8C30823546FB}"/>
          </ac:spMkLst>
        </pc:spChg>
        <pc:spChg chg="add del mod ord">
          <ac:chgData name="pravindrasingh6002@gmail.com" userId="f830e46b47c865d6" providerId="LiveId" clId="{34A72A5A-1939-4111-A0FC-9EF0EE6083E0}" dt="2025-11-16T14:25:40.083" v="69"/>
          <ac:spMkLst>
            <pc:docMk/>
            <pc:sldMk cId="1787314212" sldId="258"/>
            <ac:spMk id="16" creationId="{4FA25A20-774B-6EF9-980B-408985F8F0C9}"/>
          </ac:spMkLst>
        </pc:spChg>
        <pc:spChg chg="add del mod">
          <ac:chgData name="pravindrasingh6002@gmail.com" userId="f830e46b47c865d6" providerId="LiveId" clId="{34A72A5A-1939-4111-A0FC-9EF0EE6083E0}" dt="2025-11-16T15:01:06.225" v="154"/>
          <ac:spMkLst>
            <pc:docMk/>
            <pc:sldMk cId="1787314212" sldId="258"/>
            <ac:spMk id="22" creationId="{5D3AE7F8-B03E-5D70-6DC4-781455E570E1}"/>
          </ac:spMkLst>
        </pc:spChg>
        <pc:spChg chg="add del mod">
          <ac:chgData name="pravindrasingh6002@gmail.com" userId="f830e46b47c865d6" providerId="LiveId" clId="{34A72A5A-1939-4111-A0FC-9EF0EE6083E0}" dt="2025-11-16T15:01:02.667" v="151"/>
          <ac:spMkLst>
            <pc:docMk/>
            <pc:sldMk cId="1787314212" sldId="258"/>
            <ac:spMk id="24" creationId="{AA4659B4-D6C0-867D-988C-528536D15CD1}"/>
          </ac:spMkLst>
        </pc:spChg>
        <pc:spChg chg="add del mod">
          <ac:chgData name="pravindrasingh6002@gmail.com" userId="f830e46b47c865d6" providerId="LiveId" clId="{34A72A5A-1939-4111-A0FC-9EF0EE6083E0}" dt="2025-11-16T15:01:52.608" v="161" actId="700"/>
          <ac:spMkLst>
            <pc:docMk/>
            <pc:sldMk cId="1787314212" sldId="258"/>
            <ac:spMk id="30" creationId="{E5C5BA76-CD26-D392-F50A-3428AD58F87C}"/>
          </ac:spMkLst>
        </pc:spChg>
        <pc:picChg chg="add del mod">
          <ac:chgData name="pravindrasingh6002@gmail.com" userId="f830e46b47c865d6" providerId="LiveId" clId="{34A72A5A-1939-4111-A0FC-9EF0EE6083E0}" dt="2025-11-16T14:06:52.543" v="7" actId="21"/>
          <ac:picMkLst>
            <pc:docMk/>
            <pc:sldMk cId="1787314212" sldId="258"/>
            <ac:picMk id="4" creationId="{0BC4FD28-060C-74E1-75DB-F43CD02B5B6E}"/>
          </ac:picMkLst>
        </pc:picChg>
        <pc:picChg chg="del">
          <ac:chgData name="pravindrasingh6002@gmail.com" userId="f830e46b47c865d6" providerId="LiveId" clId="{34A72A5A-1939-4111-A0FC-9EF0EE6083E0}" dt="2025-11-16T14:02:48.563" v="2" actId="21"/>
          <ac:picMkLst>
            <pc:docMk/>
            <pc:sldMk cId="1787314212" sldId="258"/>
            <ac:picMk id="5" creationId="{4661C767-7AC5-0EA6-BA73-2F2E58DEE4AE}"/>
          </ac:picMkLst>
        </pc:picChg>
        <pc:picChg chg="add del mod">
          <ac:chgData name="pravindrasingh6002@gmail.com" userId="f830e46b47c865d6" providerId="LiveId" clId="{34A72A5A-1939-4111-A0FC-9EF0EE6083E0}" dt="2025-11-16T14:07:10.513" v="9" actId="21"/>
          <ac:picMkLst>
            <pc:docMk/>
            <pc:sldMk cId="1787314212" sldId="258"/>
            <ac:picMk id="10" creationId="{0BC4FD28-060C-74E1-75DB-F43CD02B5B6E}"/>
          </ac:picMkLst>
        </pc:picChg>
        <pc:picChg chg="add del mod">
          <ac:chgData name="pravindrasingh6002@gmail.com" userId="f830e46b47c865d6" providerId="LiveId" clId="{34A72A5A-1939-4111-A0FC-9EF0EE6083E0}" dt="2025-11-16T14:07:19.823" v="11" actId="21"/>
          <ac:picMkLst>
            <pc:docMk/>
            <pc:sldMk cId="1787314212" sldId="258"/>
            <ac:picMk id="11" creationId="{0BC4FD28-060C-74E1-75DB-F43CD02B5B6E}"/>
          </ac:picMkLst>
        </pc:picChg>
        <pc:picChg chg="add del mod">
          <ac:chgData name="pravindrasingh6002@gmail.com" userId="f830e46b47c865d6" providerId="LiveId" clId="{34A72A5A-1939-4111-A0FC-9EF0EE6083E0}" dt="2025-11-16T15:00:01.756" v="150" actId="21"/>
          <ac:picMkLst>
            <pc:docMk/>
            <pc:sldMk cId="1787314212" sldId="258"/>
            <ac:picMk id="18" creationId="{57F58E78-7EF2-C1C3-59B1-84D2D4CED4A6}"/>
          </ac:picMkLst>
        </pc:picChg>
        <pc:picChg chg="add del mod">
          <ac:chgData name="pravindrasingh6002@gmail.com" userId="f830e46b47c865d6" providerId="LiveId" clId="{34A72A5A-1939-4111-A0FC-9EF0EE6083E0}" dt="2025-11-16T14:25:49.664" v="73" actId="21"/>
          <ac:picMkLst>
            <pc:docMk/>
            <pc:sldMk cId="1787314212" sldId="258"/>
            <ac:picMk id="20" creationId="{DBC2D33E-EE94-3A50-0EAD-420B92563107}"/>
          </ac:picMkLst>
        </pc:picChg>
        <pc:picChg chg="add mod ord">
          <ac:chgData name="pravindrasingh6002@gmail.com" userId="f830e46b47c865d6" providerId="LiveId" clId="{34A72A5A-1939-4111-A0FC-9EF0EE6083E0}" dt="2025-11-16T15:01:52.608" v="161" actId="700"/>
          <ac:picMkLst>
            <pc:docMk/>
            <pc:sldMk cId="1787314212" sldId="258"/>
            <ac:picMk id="26" creationId="{B20B5A78-3D2F-C532-C147-9ED0C5C6EEF9}"/>
          </ac:picMkLst>
        </pc:picChg>
        <pc:picChg chg="add del mod">
          <ac:chgData name="pravindrasingh6002@gmail.com" userId="f830e46b47c865d6" providerId="LiveId" clId="{34A72A5A-1939-4111-A0FC-9EF0EE6083E0}" dt="2025-11-16T15:01:23.165" v="157" actId="21"/>
          <ac:picMkLst>
            <pc:docMk/>
            <pc:sldMk cId="1787314212" sldId="258"/>
            <ac:picMk id="28" creationId="{8D112829-7130-DB2E-DB2E-C46AE80DB0DC}"/>
          </ac:picMkLst>
        </pc:picChg>
      </pc:sldChg>
      <pc:sldChg chg="addSp delSp modSp new mod modClrScheme chgLayout">
        <pc:chgData name="pravindrasingh6002@gmail.com" userId="f830e46b47c865d6" providerId="LiveId" clId="{34A72A5A-1939-4111-A0FC-9EF0EE6083E0}" dt="2025-11-16T15:54:58.626" v="417" actId="20577"/>
        <pc:sldMkLst>
          <pc:docMk/>
          <pc:sldMk cId="1876572363" sldId="259"/>
        </pc:sldMkLst>
        <pc:spChg chg="del">
          <ac:chgData name="pravindrasingh6002@gmail.com" userId="f830e46b47c865d6" providerId="LiveId" clId="{34A72A5A-1939-4111-A0FC-9EF0EE6083E0}" dt="2025-11-16T15:41:16.337" v="358" actId="700"/>
          <ac:spMkLst>
            <pc:docMk/>
            <pc:sldMk cId="1876572363" sldId="259"/>
            <ac:spMk id="2" creationId="{76410D79-12CC-E768-4BA6-4690806B24BC}"/>
          </ac:spMkLst>
        </pc:spChg>
        <pc:spChg chg="del">
          <ac:chgData name="pravindrasingh6002@gmail.com" userId="f830e46b47c865d6" providerId="LiveId" clId="{34A72A5A-1939-4111-A0FC-9EF0EE6083E0}" dt="2025-11-16T15:41:16.337" v="358" actId="700"/>
          <ac:spMkLst>
            <pc:docMk/>
            <pc:sldMk cId="1876572363" sldId="259"/>
            <ac:spMk id="3" creationId="{8FEDAB99-4239-F331-8A32-03278AD77F4B}"/>
          </ac:spMkLst>
        </pc:spChg>
        <pc:spChg chg="del">
          <ac:chgData name="pravindrasingh6002@gmail.com" userId="f830e46b47c865d6" providerId="LiveId" clId="{34A72A5A-1939-4111-A0FC-9EF0EE6083E0}" dt="2025-11-16T15:41:16.337" v="358" actId="700"/>
          <ac:spMkLst>
            <pc:docMk/>
            <pc:sldMk cId="1876572363" sldId="259"/>
            <ac:spMk id="4" creationId="{E8143C5A-E874-84E5-950C-2D68B2A44FD4}"/>
          </ac:spMkLst>
        </pc:spChg>
        <pc:spChg chg="add mod">
          <ac:chgData name="pravindrasingh6002@gmail.com" userId="f830e46b47c865d6" providerId="LiveId" clId="{34A72A5A-1939-4111-A0FC-9EF0EE6083E0}" dt="2025-11-16T15:52:11.295" v="400" actId="1076"/>
          <ac:spMkLst>
            <pc:docMk/>
            <pc:sldMk cId="1876572363" sldId="259"/>
            <ac:spMk id="6" creationId="{2DB56286-A2FF-F815-C359-0B2B37AEA458}"/>
          </ac:spMkLst>
        </pc:spChg>
        <pc:spChg chg="add mod">
          <ac:chgData name="pravindrasingh6002@gmail.com" userId="f830e46b47c865d6" providerId="LiveId" clId="{34A72A5A-1939-4111-A0FC-9EF0EE6083E0}" dt="2025-11-16T15:50:35.253" v="396" actId="20577"/>
          <ac:spMkLst>
            <pc:docMk/>
            <pc:sldMk cId="1876572363" sldId="259"/>
            <ac:spMk id="10" creationId="{3D22B08A-716B-C146-49C7-5B8DE07768B3}"/>
          </ac:spMkLst>
        </pc:spChg>
        <pc:spChg chg="add mod">
          <ac:chgData name="pravindrasingh6002@gmail.com" userId="f830e46b47c865d6" providerId="LiveId" clId="{34A72A5A-1939-4111-A0FC-9EF0EE6083E0}" dt="2025-11-16T15:50:29.730" v="395" actId="20577"/>
          <ac:spMkLst>
            <pc:docMk/>
            <pc:sldMk cId="1876572363" sldId="259"/>
            <ac:spMk id="12" creationId="{42E6EAEE-ED1C-015C-97F7-F4A80696B337}"/>
          </ac:spMkLst>
        </pc:spChg>
        <pc:spChg chg="add mod">
          <ac:chgData name="pravindrasingh6002@gmail.com" userId="f830e46b47c865d6" providerId="LiveId" clId="{34A72A5A-1939-4111-A0FC-9EF0EE6083E0}" dt="2025-11-16T15:54:58.626" v="417" actId="20577"/>
          <ac:spMkLst>
            <pc:docMk/>
            <pc:sldMk cId="1876572363" sldId="259"/>
            <ac:spMk id="14" creationId="{23CAC0EA-6C3C-9A66-1C37-9354D08B50CD}"/>
          </ac:spMkLst>
        </pc:spChg>
        <pc:picChg chg="add mod">
          <ac:chgData name="pravindrasingh6002@gmail.com" userId="f830e46b47c865d6" providerId="LiveId" clId="{34A72A5A-1939-4111-A0FC-9EF0EE6083E0}" dt="2025-11-16T15:46:53.294" v="369" actId="14100"/>
          <ac:picMkLst>
            <pc:docMk/>
            <pc:sldMk cId="1876572363" sldId="259"/>
            <ac:picMk id="8" creationId="{97F8C771-52A0-D5D9-9D6E-8702D086CC2F}"/>
          </ac:picMkLst>
        </pc:picChg>
      </pc:sldChg>
      <pc:sldChg chg="addSp delSp modSp new mod modClrScheme chgLayout">
        <pc:chgData name="pravindrasingh6002@gmail.com" userId="f830e46b47c865d6" providerId="LiveId" clId="{34A72A5A-1939-4111-A0FC-9EF0EE6083E0}" dt="2025-11-16T15:41:05.354" v="357" actId="14100"/>
        <pc:sldMkLst>
          <pc:docMk/>
          <pc:sldMk cId="3065633022" sldId="260"/>
        </pc:sldMkLst>
        <pc:spChg chg="mod ord">
          <ac:chgData name="pravindrasingh6002@gmail.com" userId="f830e46b47c865d6" providerId="LiveId" clId="{34A72A5A-1939-4111-A0FC-9EF0EE6083E0}" dt="2025-11-16T15:13:10.168" v="279" actId="255"/>
          <ac:spMkLst>
            <pc:docMk/>
            <pc:sldMk cId="3065633022" sldId="260"/>
            <ac:spMk id="2" creationId="{F7B5CCDA-12B0-ABC9-D292-C78E91585854}"/>
          </ac:spMkLst>
        </pc:spChg>
        <pc:spChg chg="del mod ord">
          <ac:chgData name="pravindrasingh6002@gmail.com" userId="f830e46b47c865d6" providerId="LiveId" clId="{34A72A5A-1939-4111-A0FC-9EF0EE6083E0}" dt="2025-11-16T15:06:55.781" v="222" actId="700"/>
          <ac:spMkLst>
            <pc:docMk/>
            <pc:sldMk cId="3065633022" sldId="260"/>
            <ac:spMk id="3" creationId="{7E7133EC-BFE1-5F9A-2DAF-AFB67158D820}"/>
          </ac:spMkLst>
        </pc:spChg>
        <pc:spChg chg="del">
          <ac:chgData name="pravindrasingh6002@gmail.com" userId="f830e46b47c865d6" providerId="LiveId" clId="{34A72A5A-1939-4111-A0FC-9EF0EE6083E0}" dt="2025-11-16T15:06:55.781" v="222" actId="700"/>
          <ac:spMkLst>
            <pc:docMk/>
            <pc:sldMk cId="3065633022" sldId="260"/>
            <ac:spMk id="4" creationId="{C6CF035C-FC2B-5396-587F-DA8BB674FC6F}"/>
          </ac:spMkLst>
        </pc:spChg>
        <pc:spChg chg="add mod ord">
          <ac:chgData name="pravindrasingh6002@gmail.com" userId="f830e46b47c865d6" providerId="LiveId" clId="{34A72A5A-1939-4111-A0FC-9EF0EE6083E0}" dt="2025-11-16T15:40:51.377" v="355" actId="14100"/>
          <ac:spMkLst>
            <pc:docMk/>
            <pc:sldMk cId="3065633022" sldId="260"/>
            <ac:spMk id="5" creationId="{A6BFBBF2-61DD-D69D-AE52-1AD4774125C2}"/>
          </ac:spMkLst>
        </pc:spChg>
        <pc:spChg chg="add del mod">
          <ac:chgData name="pravindrasingh6002@gmail.com" userId="f830e46b47c865d6" providerId="LiveId" clId="{34A72A5A-1939-4111-A0FC-9EF0EE6083E0}" dt="2025-11-16T15:11:55.845" v="268" actId="6264"/>
          <ac:spMkLst>
            <pc:docMk/>
            <pc:sldMk cId="3065633022" sldId="260"/>
            <ac:spMk id="6" creationId="{7206C6FE-093E-2DFD-0655-86C473552FA8}"/>
          </ac:spMkLst>
        </pc:spChg>
        <pc:spChg chg="add del mod">
          <ac:chgData name="pravindrasingh6002@gmail.com" userId="f830e46b47c865d6" providerId="LiveId" clId="{34A72A5A-1939-4111-A0FC-9EF0EE6083E0}" dt="2025-11-16T15:11:55.845" v="268" actId="6264"/>
          <ac:spMkLst>
            <pc:docMk/>
            <pc:sldMk cId="3065633022" sldId="260"/>
            <ac:spMk id="7" creationId="{D2225F7E-ED0E-DB85-A379-C47C073E1C56}"/>
          </ac:spMkLst>
        </pc:spChg>
        <pc:picChg chg="add mod">
          <ac:chgData name="pravindrasingh6002@gmail.com" userId="f830e46b47c865d6" providerId="LiveId" clId="{34A72A5A-1939-4111-A0FC-9EF0EE6083E0}" dt="2025-11-16T15:25:50.840" v="315" actId="1076"/>
          <ac:picMkLst>
            <pc:docMk/>
            <pc:sldMk cId="3065633022" sldId="260"/>
            <ac:picMk id="9" creationId="{B2A5C37D-E804-1EAC-D747-735ADA6D58E5}"/>
          </ac:picMkLst>
        </pc:picChg>
        <pc:picChg chg="add mod">
          <ac:chgData name="pravindrasingh6002@gmail.com" userId="f830e46b47c865d6" providerId="LiveId" clId="{34A72A5A-1939-4111-A0FC-9EF0EE6083E0}" dt="2025-11-16T15:41:05.354" v="357" actId="14100"/>
          <ac:picMkLst>
            <pc:docMk/>
            <pc:sldMk cId="3065633022" sldId="260"/>
            <ac:picMk id="11" creationId="{619A2935-BF9F-B100-7202-EE72E2BCAA2B}"/>
          </ac:picMkLst>
        </pc:picChg>
      </pc:sldChg>
      <pc:sldChg chg="addSp modSp new mod">
        <pc:chgData name="pravindrasingh6002@gmail.com" userId="f830e46b47c865d6" providerId="LiveId" clId="{34A72A5A-1939-4111-A0FC-9EF0EE6083E0}" dt="2025-11-16T15:56:50.582" v="422" actId="14100"/>
        <pc:sldMkLst>
          <pc:docMk/>
          <pc:sldMk cId="3133555724" sldId="261"/>
        </pc:sldMkLst>
        <pc:spChg chg="add mod">
          <ac:chgData name="pravindrasingh6002@gmail.com" userId="f830e46b47c865d6" providerId="LiveId" clId="{34A72A5A-1939-4111-A0FC-9EF0EE6083E0}" dt="2025-11-16T15:54:24.223" v="411" actId="20577"/>
          <ac:spMkLst>
            <pc:docMk/>
            <pc:sldMk cId="3133555724" sldId="261"/>
            <ac:spMk id="3" creationId="{BBE59A21-7812-2C77-BAF7-2E5B5FCB6218}"/>
          </ac:spMkLst>
        </pc:spChg>
        <pc:picChg chg="add mod">
          <ac:chgData name="pravindrasingh6002@gmail.com" userId="f830e46b47c865d6" providerId="LiveId" clId="{34A72A5A-1939-4111-A0FC-9EF0EE6083E0}" dt="2025-11-16T15:56:50.582" v="422" actId="14100"/>
          <ac:picMkLst>
            <pc:docMk/>
            <pc:sldMk cId="3133555724" sldId="261"/>
            <ac:picMk id="5" creationId="{1584819A-789C-325D-953A-55015F5E3B0D}"/>
          </ac:picMkLst>
        </pc:picChg>
      </pc:sldChg>
      <pc:sldChg chg="addSp modSp new mod">
        <pc:chgData name="pravindrasingh6002@gmail.com" userId="f830e46b47c865d6" providerId="LiveId" clId="{34A72A5A-1939-4111-A0FC-9EF0EE6083E0}" dt="2025-11-16T16:03:40.588" v="451" actId="11529"/>
        <pc:sldMkLst>
          <pc:docMk/>
          <pc:sldMk cId="2159469805" sldId="262"/>
        </pc:sldMkLst>
        <pc:spChg chg="add mod">
          <ac:chgData name="pravindrasingh6002@gmail.com" userId="f830e46b47c865d6" providerId="LiveId" clId="{34A72A5A-1939-4111-A0FC-9EF0EE6083E0}" dt="2025-11-16T16:03:24.216" v="450" actId="1076"/>
          <ac:spMkLst>
            <pc:docMk/>
            <pc:sldMk cId="2159469805" sldId="262"/>
            <ac:spMk id="3" creationId="{2DFDF05D-82B9-BDF7-FD4F-7416DDE48CCD}"/>
          </ac:spMkLst>
        </pc:spChg>
        <pc:picChg chg="add mod">
          <ac:chgData name="pravindrasingh6002@gmail.com" userId="f830e46b47c865d6" providerId="LiveId" clId="{34A72A5A-1939-4111-A0FC-9EF0EE6083E0}" dt="2025-11-16T16:02:57.372" v="448" actId="14100"/>
          <ac:picMkLst>
            <pc:docMk/>
            <pc:sldMk cId="2159469805" sldId="262"/>
            <ac:picMk id="5" creationId="{2DE13CEB-75CB-1418-E8FD-219BF5782601}"/>
          </ac:picMkLst>
        </pc:picChg>
        <pc:cxnChg chg="add">
          <ac:chgData name="pravindrasingh6002@gmail.com" userId="f830e46b47c865d6" providerId="LiveId" clId="{34A72A5A-1939-4111-A0FC-9EF0EE6083E0}" dt="2025-11-16T16:03:15.465" v="449" actId="11529"/>
          <ac:cxnSpMkLst>
            <pc:docMk/>
            <pc:sldMk cId="2159469805" sldId="262"/>
            <ac:cxnSpMk id="7" creationId="{5E5B4B83-B481-1FDF-BB2D-46A33397BF75}"/>
          </ac:cxnSpMkLst>
        </pc:cxnChg>
        <pc:cxnChg chg="add">
          <ac:chgData name="pravindrasingh6002@gmail.com" userId="f830e46b47c865d6" providerId="LiveId" clId="{34A72A5A-1939-4111-A0FC-9EF0EE6083E0}" dt="2025-11-16T16:03:40.588" v="451" actId="11529"/>
          <ac:cxnSpMkLst>
            <pc:docMk/>
            <pc:sldMk cId="2159469805" sldId="262"/>
            <ac:cxnSpMk id="9" creationId="{6AB9B3A4-4C48-5135-C3F6-2E04913C8C05}"/>
          </ac:cxnSpMkLst>
        </pc:cxnChg>
      </pc:sldChg>
      <pc:sldChg chg="addSp modSp new mod">
        <pc:chgData name="pravindrasingh6002@gmail.com" userId="f830e46b47c865d6" providerId="LiveId" clId="{34A72A5A-1939-4111-A0FC-9EF0EE6083E0}" dt="2025-11-16T16:27:39.634" v="513" actId="2711"/>
        <pc:sldMkLst>
          <pc:docMk/>
          <pc:sldMk cId="3931715900" sldId="263"/>
        </pc:sldMkLst>
        <pc:spChg chg="add mod">
          <ac:chgData name="pravindrasingh6002@gmail.com" userId="f830e46b47c865d6" providerId="LiveId" clId="{34A72A5A-1939-4111-A0FC-9EF0EE6083E0}" dt="2025-11-16T16:19:12.655" v="462" actId="1076"/>
          <ac:spMkLst>
            <pc:docMk/>
            <pc:sldMk cId="3931715900" sldId="263"/>
            <ac:spMk id="3" creationId="{89E3D016-8CDC-5BA3-A28B-15C983EB0DC5}"/>
          </ac:spMkLst>
        </pc:spChg>
        <pc:spChg chg="add mod">
          <ac:chgData name="pravindrasingh6002@gmail.com" userId="f830e46b47c865d6" providerId="LiveId" clId="{34A72A5A-1939-4111-A0FC-9EF0EE6083E0}" dt="2025-11-16T16:27:39.634" v="513" actId="2711"/>
          <ac:spMkLst>
            <pc:docMk/>
            <pc:sldMk cId="3931715900" sldId="263"/>
            <ac:spMk id="5" creationId="{C2374782-A76D-3D51-259E-08839C7D39C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12AF00-0735-4D58-B3D4-A93238D32B33}" type="datetimeFigureOut">
              <a:rPr lang="en-IN" smtClean="0"/>
              <a:t>16-11-2025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E5CA3-8261-4B6F-9815-BD30B0155BE2}" type="slidenum">
              <a:rPr lang="en-IN" smtClean="0"/>
              <a:t>‹#›</a:t>
            </a:fld>
            <a:endParaRPr lang="en-IN"/>
          </a:p>
        </p:txBody>
      </p:sp>
    </p:spTree>
    <p:extLst>
      <p:ext uri="{BB962C8B-B14F-4D97-AF65-F5344CB8AC3E}">
        <p14:creationId xmlns:p14="http://schemas.microsoft.com/office/powerpoint/2010/main" val="46140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8D89A-F41E-53B3-5E35-EECB77CB32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3E2300D-022A-826F-1BA9-8078385A5C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54C57F-DCAC-C88D-2672-04906377B887}"/>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5" name="Footer Placeholder 4">
            <a:extLst>
              <a:ext uri="{FF2B5EF4-FFF2-40B4-BE49-F238E27FC236}">
                <a16:creationId xmlns:a16="http://schemas.microsoft.com/office/drawing/2014/main" id="{832594D9-68E0-A29B-C39F-ADD8F3762B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19B0C2-43C1-FF22-8F2E-6A298DC30C1C}"/>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1140742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B7A4-CC75-D2C9-88F3-EC3AA11419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D08029-2383-247E-1262-51FC8A5696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AEA3E8-094E-B464-6014-95F5214C3E63}"/>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5" name="Footer Placeholder 4">
            <a:extLst>
              <a:ext uri="{FF2B5EF4-FFF2-40B4-BE49-F238E27FC236}">
                <a16:creationId xmlns:a16="http://schemas.microsoft.com/office/drawing/2014/main" id="{92D05A8B-3300-367E-8D69-2C55FEA82B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0E461B-699D-6257-74DB-896919DC4407}"/>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1154226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8B49E-6AA4-4759-A98F-AE56BBC326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96F24DF-2A6F-E053-F75C-7E3C757968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E0EDDF-13DC-719E-D3A2-8017D7D6C796}"/>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5" name="Footer Placeholder 4">
            <a:extLst>
              <a:ext uri="{FF2B5EF4-FFF2-40B4-BE49-F238E27FC236}">
                <a16:creationId xmlns:a16="http://schemas.microsoft.com/office/drawing/2014/main" id="{8D93BA12-AC46-3279-3778-138B9EBE8D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00D99C-1EE6-D28E-A8B9-CDC61F8F4CFB}"/>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3221695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D75B6-26E3-CDBD-F8E2-E800D77C25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04A5CA-5A54-B3B2-289A-6E035EFD45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B7A68AE-9998-F74B-6CF5-621B33759F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7DF43D-1A69-8884-CA47-A06BA3FB9E0F}"/>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6" name="Footer Placeholder 5">
            <a:extLst>
              <a:ext uri="{FF2B5EF4-FFF2-40B4-BE49-F238E27FC236}">
                <a16:creationId xmlns:a16="http://schemas.microsoft.com/office/drawing/2014/main" id="{A6B6E7D4-6860-66D8-BAAC-4777A0247F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F04B84-0050-9371-BB10-2B1D7FADB506}"/>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107305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2456-6F99-6C4B-8BB3-01C9FD8DAC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221993-2263-43F8-BD68-E09DAA9261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7F09F0-8B39-0669-ABD2-6351BF5170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BFDC19-E813-7643-204B-19BEC3B873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5221C1-F698-72DA-1581-D00548818B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0CF99B-B22E-DCEF-FFEB-25B1E17C5C41}"/>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8" name="Footer Placeholder 7">
            <a:extLst>
              <a:ext uri="{FF2B5EF4-FFF2-40B4-BE49-F238E27FC236}">
                <a16:creationId xmlns:a16="http://schemas.microsoft.com/office/drawing/2014/main" id="{DCAC6E5C-35A2-DB42-B8E5-4EB41543194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D146A9-3670-AD81-FAA3-A3D70B249A42}"/>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695499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8B98E-FC99-34F6-8DE7-57287668C9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BA5426-AAEA-2708-EDC3-CB8F4F716993}"/>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4" name="Footer Placeholder 3">
            <a:extLst>
              <a:ext uri="{FF2B5EF4-FFF2-40B4-BE49-F238E27FC236}">
                <a16:creationId xmlns:a16="http://schemas.microsoft.com/office/drawing/2014/main" id="{9225638C-3C8C-EFAD-B3F1-9561418E8F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C8DCAF-D92C-48FE-2569-5524703242DD}"/>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2794389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5E361B-36F7-34FF-61F4-123934D000CB}"/>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3" name="Footer Placeholder 2">
            <a:extLst>
              <a:ext uri="{FF2B5EF4-FFF2-40B4-BE49-F238E27FC236}">
                <a16:creationId xmlns:a16="http://schemas.microsoft.com/office/drawing/2014/main" id="{BC2E5B65-A3FE-6433-D193-90D7643B71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BBE706-18B5-660C-53B4-BFBF584FC423}"/>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4036952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E8C43-63F7-F433-1DDC-8DD335ACE9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091875-5142-6655-6209-3E65320B3E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113630-4A31-DB95-1374-4B30505148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1F5A02-9B78-3404-B30D-A7A6BD4C131C}"/>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6" name="Footer Placeholder 5">
            <a:extLst>
              <a:ext uri="{FF2B5EF4-FFF2-40B4-BE49-F238E27FC236}">
                <a16:creationId xmlns:a16="http://schemas.microsoft.com/office/drawing/2014/main" id="{20683CED-7E68-3491-99F3-DA187190E9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E22804-8036-E991-5477-E20EA262F2F9}"/>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226296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98BC-A5EE-D9E2-5707-FE4A4F74BE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45FFC6A-3873-DFE5-0F4B-525D710A41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5E82482-3A1B-2F79-BD84-65342D12DE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A30C7D-1DC6-E3E7-F621-5719BF1D3EB3}"/>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6" name="Footer Placeholder 5">
            <a:extLst>
              <a:ext uri="{FF2B5EF4-FFF2-40B4-BE49-F238E27FC236}">
                <a16:creationId xmlns:a16="http://schemas.microsoft.com/office/drawing/2014/main" id="{22F70163-A7FF-0625-5876-F342EB2C9D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C068BC-21D4-F9C4-74BB-8ADDCF5B22A6}"/>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3931326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8734B-E97F-A5B7-D68C-A71D529F11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E2E4CC-C175-C1EA-3CE8-B6D5090095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D68E70-857A-1337-C203-93721AC2A135}"/>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5" name="Footer Placeholder 4">
            <a:extLst>
              <a:ext uri="{FF2B5EF4-FFF2-40B4-BE49-F238E27FC236}">
                <a16:creationId xmlns:a16="http://schemas.microsoft.com/office/drawing/2014/main" id="{9660BB3F-FB6F-DCCD-DB9B-982840ACDD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3030E3-D2D7-4B91-99DF-E05ED3C4E2A8}"/>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312332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E84762-09FB-A9DD-923A-BE6A8C6A5A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80B03B-F66D-4563-FD51-B37863DF3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8BBD3B-FC43-5782-60AA-B931C5B74A10}"/>
              </a:ext>
            </a:extLst>
          </p:cNvPr>
          <p:cNvSpPr>
            <a:spLocks noGrp="1"/>
          </p:cNvSpPr>
          <p:nvPr>
            <p:ph type="dt" sz="half" idx="10"/>
          </p:nvPr>
        </p:nvSpPr>
        <p:spPr/>
        <p:txBody>
          <a:bodyPr/>
          <a:lstStyle/>
          <a:p>
            <a:fld id="{B40E4A4A-72BB-4EBC-9BAC-B5B72B820C8B}" type="datetimeFigureOut">
              <a:rPr lang="en-IN" smtClean="0"/>
              <a:t>16-11-2025</a:t>
            </a:fld>
            <a:endParaRPr lang="en-IN"/>
          </a:p>
        </p:txBody>
      </p:sp>
      <p:sp>
        <p:nvSpPr>
          <p:cNvPr id="5" name="Footer Placeholder 4">
            <a:extLst>
              <a:ext uri="{FF2B5EF4-FFF2-40B4-BE49-F238E27FC236}">
                <a16:creationId xmlns:a16="http://schemas.microsoft.com/office/drawing/2014/main" id="{BBBF34C0-F2CF-5B1C-95B6-60E51EECFF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CEDA38-1746-A892-AFAA-5EE554656E11}"/>
              </a:ext>
            </a:extLst>
          </p:cNvPr>
          <p:cNvSpPr>
            <a:spLocks noGrp="1"/>
          </p:cNvSpPr>
          <p:nvPr>
            <p:ph type="sldNum" sz="quarter" idx="12"/>
          </p:nvPr>
        </p:nvSpPr>
        <p:spPr/>
        <p:txBody>
          <a:bodyPr/>
          <a:lstStyle/>
          <a:p>
            <a:fld id="{A981200C-6816-4C85-9AEA-9F6E81484B2E}" type="slidenum">
              <a:rPr lang="en-IN" smtClean="0"/>
              <a:t>‹#›</a:t>
            </a:fld>
            <a:endParaRPr lang="en-IN"/>
          </a:p>
        </p:txBody>
      </p:sp>
    </p:spTree>
    <p:extLst>
      <p:ext uri="{BB962C8B-B14F-4D97-AF65-F5344CB8AC3E}">
        <p14:creationId xmlns:p14="http://schemas.microsoft.com/office/powerpoint/2010/main" val="4251815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CA08B6-DB6F-C771-AA75-6B3AFDAA7F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8C83E9-ABEB-136B-B7D6-2C019CE73C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E0E5E7-70A7-910D-C5D8-A5DC87C278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0E4A4A-72BB-4EBC-9BAC-B5B72B820C8B}" type="datetimeFigureOut">
              <a:rPr lang="en-IN" smtClean="0"/>
              <a:t>16-11-2025</a:t>
            </a:fld>
            <a:endParaRPr lang="en-IN"/>
          </a:p>
        </p:txBody>
      </p:sp>
      <p:sp>
        <p:nvSpPr>
          <p:cNvPr id="5" name="Footer Placeholder 4">
            <a:extLst>
              <a:ext uri="{FF2B5EF4-FFF2-40B4-BE49-F238E27FC236}">
                <a16:creationId xmlns:a16="http://schemas.microsoft.com/office/drawing/2014/main" id="{F5B37733-C399-D349-B9AA-576A6E1C0E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2FFFF8D-3EF0-4F30-3F12-D6C4400EBE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81200C-6816-4C85-9AEA-9F6E81484B2E}" type="slidenum">
              <a:rPr lang="en-IN" smtClean="0"/>
              <a:t>‹#›</a:t>
            </a:fld>
            <a:endParaRPr lang="en-IN"/>
          </a:p>
        </p:txBody>
      </p:sp>
    </p:spTree>
    <p:extLst>
      <p:ext uri="{BB962C8B-B14F-4D97-AF65-F5344CB8AC3E}">
        <p14:creationId xmlns:p14="http://schemas.microsoft.com/office/powerpoint/2010/main" val="52475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pravindrasingh6002-star/linux-shell-assignment-sem-1"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6961C-8AF6-1345-7F56-DE17CB9C5572}"/>
              </a:ext>
            </a:extLst>
          </p:cNvPr>
          <p:cNvSpPr>
            <a:spLocks noGrp="1"/>
          </p:cNvSpPr>
          <p:nvPr>
            <p:ph type="ctrTitle"/>
          </p:nvPr>
        </p:nvSpPr>
        <p:spPr>
          <a:xfrm>
            <a:off x="1524000" y="416689"/>
            <a:ext cx="9144000" cy="3426106"/>
          </a:xfrm>
        </p:spPr>
        <p:txBody>
          <a:bodyPr>
            <a:normAutofit/>
          </a:bodyPr>
          <a:lstStyle/>
          <a:p>
            <a:r>
              <a:rPr lang="en-US" sz="1800" b="1" dirty="0">
                <a:latin typeface="Times New Roman" panose="02020603050405020304" pitchFamily="18" charset="0"/>
                <a:cs typeface="Times New Roman" panose="02020603050405020304" pitchFamily="18" charset="0"/>
              </a:rPr>
              <a:t>K.R. Mangalam University</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School of Engineering and Technology</a:t>
            </a:r>
            <a:br>
              <a:rPr lang="en-US" sz="18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Department:-CSE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Session:- Odd</a:t>
            </a:r>
            <a:br>
              <a:rPr lang="en-US" sz="1800" dirty="0">
                <a:latin typeface="Times New Roman" panose="02020603050405020304" pitchFamily="18" charset="0"/>
                <a:cs typeface="Times New Roman" panose="02020603050405020304" pitchFamily="18" charset="0"/>
              </a:rPr>
            </a:br>
            <a:r>
              <a:rPr lang="en-US" sz="1800" dirty="0" err="1">
                <a:latin typeface="Times New Roman" panose="02020603050405020304" pitchFamily="18" charset="0"/>
                <a:cs typeface="Times New Roman" panose="02020603050405020304" pitchFamily="18" charset="0"/>
              </a:rPr>
              <a:t>Programme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B.Tech</a:t>
            </a:r>
            <a:r>
              <a:rPr lang="en-US" sz="1800" dirty="0">
                <a:latin typeface="Times New Roman" panose="02020603050405020304" pitchFamily="18" charset="0"/>
                <a:cs typeface="Times New Roman" panose="02020603050405020304" pitchFamily="18" charset="0"/>
              </a:rPr>
              <a:t> CSE (</a:t>
            </a:r>
            <a:r>
              <a:rPr lang="en-US" sz="1800" dirty="0" err="1">
                <a:latin typeface="Times New Roman" panose="02020603050405020304" pitchFamily="18" charset="0"/>
                <a:cs typeface="Times New Roman" panose="02020603050405020304" pitchFamily="18" charset="0"/>
              </a:rPr>
              <a:t>Specialisation</a:t>
            </a:r>
            <a:r>
              <a:rPr lang="en-US" sz="1800" dirty="0">
                <a:latin typeface="Times New Roman" panose="02020603050405020304" pitchFamily="18" charset="0"/>
                <a:cs typeface="Times New Roman" panose="02020603050405020304" pitchFamily="18" charset="0"/>
              </a:rPr>
              <a:t> with AI/ML)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Semester:- 1</a:t>
            </a:r>
            <a:r>
              <a:rPr lang="en-US" sz="1800" baseline="30000" dirty="0">
                <a:latin typeface="Times New Roman" panose="02020603050405020304" pitchFamily="18" charset="0"/>
                <a:cs typeface="Times New Roman" panose="02020603050405020304" pitchFamily="18" charset="0"/>
              </a:rPr>
              <a:t>st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Course Code: ETCCCP105</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Course Name:- Computer Science Fundamentals &amp;</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Career Pathways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Faculty:- Mr. Rajesh</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endParaRPr lang="en-IN" sz="1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0D0FC2F-0943-1923-4533-C934C92A84AF}"/>
              </a:ext>
            </a:extLst>
          </p:cNvPr>
          <p:cNvSpPr>
            <a:spLocks noGrp="1"/>
          </p:cNvSpPr>
          <p:nvPr>
            <p:ph type="subTitle" idx="1"/>
          </p:nvPr>
        </p:nvSpPr>
        <p:spPr>
          <a:xfrm>
            <a:off x="1524000" y="3532589"/>
            <a:ext cx="9144000" cy="2347349"/>
          </a:xfrm>
        </p:spPr>
        <p:txBody>
          <a:bodyPr>
            <a:normAutofit lnSpcReduction="10000"/>
          </a:bodyPr>
          <a:lstStyle/>
          <a:p>
            <a:r>
              <a:rPr lang="en-US" b="1" dirty="0">
                <a:latin typeface="Times New Roman" panose="02020603050405020304" pitchFamily="18" charset="0"/>
                <a:cs typeface="Times New Roman" panose="02020603050405020304" pitchFamily="18" charset="0"/>
              </a:rPr>
              <a:t>Assignment No. 02 :- Basics of Linux and Oen source tools.</a:t>
            </a:r>
          </a:p>
          <a:p>
            <a:r>
              <a:rPr lang="en-US" b="1" dirty="0">
                <a:latin typeface="Times New Roman" panose="02020603050405020304" pitchFamily="18" charset="0"/>
                <a:cs typeface="Times New Roman" panose="02020603050405020304" pitchFamily="18" charset="0"/>
              </a:rPr>
              <a:t>Assignment Title :- How can  You Demonstrate Linux Setup, Command Usage, and Automation Through Practical Implementation</a:t>
            </a:r>
            <a:r>
              <a:rPr lang="en-US"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Name:- Pravindra Singh </a:t>
            </a:r>
          </a:p>
          <a:p>
            <a:r>
              <a:rPr lang="en-IN" b="1" dirty="0">
                <a:latin typeface="Times New Roman" panose="02020603050405020304" pitchFamily="18" charset="0"/>
                <a:cs typeface="Times New Roman" panose="02020603050405020304" pitchFamily="18" charset="0"/>
              </a:rPr>
              <a:t>Roll no. :- 2501730132</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582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ED43A-2886-C9EE-40E4-33D1C80F0099}"/>
              </a:ext>
            </a:extLst>
          </p:cNvPr>
          <p:cNvSpPr>
            <a:spLocks noGrp="1"/>
          </p:cNvSpPr>
          <p:nvPr>
            <p:ph type="title"/>
          </p:nvPr>
        </p:nvSpPr>
        <p:spPr>
          <a:xfrm>
            <a:off x="838200" y="74428"/>
            <a:ext cx="10515600" cy="606609"/>
          </a:xfrm>
        </p:spPr>
        <p:txBody>
          <a:bodyPr>
            <a:normAutofit/>
          </a:bodyPr>
          <a:lstStyle/>
          <a:p>
            <a:r>
              <a:rPr lang="en-US" sz="1800" b="1" dirty="0">
                <a:latin typeface="Times New Roman" panose="02020603050405020304" pitchFamily="18" charset="0"/>
                <a:cs typeface="Times New Roman" panose="02020603050405020304" pitchFamily="18" charset="0"/>
              </a:rPr>
              <a:t>1.Introduction:-</a:t>
            </a:r>
            <a:endParaRPr lang="en-IN" sz="1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C048C0-A471-8D88-9496-558D68DA07D8}"/>
              </a:ext>
            </a:extLst>
          </p:cNvPr>
          <p:cNvSpPr>
            <a:spLocks noGrp="1"/>
          </p:cNvSpPr>
          <p:nvPr>
            <p:ph idx="1"/>
          </p:nvPr>
        </p:nvSpPr>
        <p:spPr>
          <a:xfrm>
            <a:off x="884274" y="681037"/>
            <a:ext cx="10515600" cy="2093322"/>
          </a:xfrm>
        </p:spPr>
        <p:txBody>
          <a:bodyPr>
            <a:normAutofit/>
          </a:bodyPr>
          <a:lstStyle/>
          <a:p>
            <a:pPr marL="0" indent="0">
              <a:buNone/>
            </a:pPr>
            <a:r>
              <a:rPr lang="en-US" sz="1400" dirty="0">
                <a:latin typeface="Times New Roman" panose="02020603050405020304" pitchFamily="18" charset="0"/>
                <a:cs typeface="Times New Roman" panose="02020603050405020304" pitchFamily="18" charset="0"/>
              </a:rPr>
              <a:t>Linux is a versatile and open-source operating system widely used in academic, research, and enterprise environments. This assignment focuses on learning Linux installation, essential commands, and shell scripting for automation. The objective is to develop practical skills applicable to DevOps, system administration, and software engineering.</a:t>
            </a:r>
          </a:p>
          <a:p>
            <a:pPr marL="0" indent="0">
              <a:buNone/>
            </a:pPr>
            <a:r>
              <a:rPr lang="en-US" sz="1600" b="1" dirty="0">
                <a:latin typeface="Times New Roman" panose="02020603050405020304" pitchFamily="18" charset="0"/>
                <a:cs typeface="Times New Roman" panose="02020603050405020304" pitchFamily="18" charset="0"/>
              </a:rPr>
              <a:t>2.Ubuntu Installation using </a:t>
            </a:r>
            <a:r>
              <a:rPr lang="en-US" sz="1600" b="1" dirty="0" err="1">
                <a:latin typeface="Times New Roman" panose="02020603050405020304" pitchFamily="18" charset="0"/>
                <a:cs typeface="Times New Roman" panose="02020603050405020304" pitchFamily="18" charset="0"/>
              </a:rPr>
              <a:t>virtualBox</a:t>
            </a:r>
            <a:r>
              <a:rPr lang="en-US" sz="1600" b="1"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Ubuntu 22.04 LTS was installed using Oracle VirtualBox. The following configuration was used: RAM - 4GB, CPU - 2 Cores, Disk Space - 25GB. The steps were: </a:t>
            </a:r>
          </a:p>
          <a:p>
            <a:pPr marL="0" indent="0">
              <a:buNone/>
            </a:pPr>
            <a:r>
              <a:rPr lang="en-US" sz="1400" b="1" dirty="0">
                <a:latin typeface="Times New Roman" panose="02020603050405020304" pitchFamily="18" charset="0"/>
                <a:cs typeface="Times New Roman" panose="02020603050405020304" pitchFamily="18" charset="0"/>
              </a:rPr>
              <a:t>1.Download Ubuntu ISO file from official website:-</a:t>
            </a:r>
          </a:p>
          <a:p>
            <a:pPr marL="0" indent="0">
              <a:buNone/>
            </a:pPr>
            <a:endParaRPr lang="en-IN" sz="1400" b="1"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E1DF449C-7503-7319-D505-15ECA162A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606722"/>
            <a:ext cx="11049000" cy="5308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296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223FFB2E-9695-64B5-ABEC-DCEBF37B064F}"/>
              </a:ext>
            </a:extLst>
          </p:cNvPr>
          <p:cNvSpPr>
            <a:spLocks noGrp="1"/>
          </p:cNvSpPr>
          <p:nvPr>
            <p:ph type="title"/>
          </p:nvPr>
        </p:nvSpPr>
        <p:spPr/>
        <p:txBody>
          <a:bodyPr>
            <a:normAutofit/>
          </a:bodyPr>
          <a:lstStyle/>
          <a:p>
            <a:r>
              <a:rPr lang="en-US" sz="1400" b="1" dirty="0">
                <a:latin typeface="Times New Roman" panose="02020603050405020304" pitchFamily="18" charset="0"/>
                <a:cs typeface="Times New Roman" panose="02020603050405020304" pitchFamily="18" charset="0"/>
              </a:rPr>
              <a:t>2. Create a new Virtual Machine in VirtualBox.</a:t>
            </a: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3.Allocate hardware resources and attach iso in VirtualBox.</a:t>
            </a: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4. Install Ubuntu with default settings. </a:t>
            </a: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5. Update packages and reboot system.</a:t>
            </a:r>
            <a:endParaRPr lang="en-IN" sz="1400" b="1" dirty="0">
              <a:latin typeface="Times New Roman" panose="02020603050405020304" pitchFamily="18" charset="0"/>
              <a:cs typeface="Times New Roman" panose="02020603050405020304" pitchFamily="18" charset="0"/>
            </a:endParaRPr>
          </a:p>
        </p:txBody>
      </p:sp>
      <p:pic>
        <p:nvPicPr>
          <p:cNvPr id="26" name="Content Placeholder 25" descr="A screenshot of a computer&#10;&#10;AI-generated content may be incorrect.">
            <a:extLst>
              <a:ext uri="{FF2B5EF4-FFF2-40B4-BE49-F238E27FC236}">
                <a16:creationId xmlns:a16="http://schemas.microsoft.com/office/drawing/2014/main" id="{B20B5A78-3D2F-C532-C147-9ED0C5C6EE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5345" y="1825625"/>
            <a:ext cx="7721310" cy="4351338"/>
          </a:xfrm>
        </p:spPr>
      </p:pic>
    </p:spTree>
    <p:extLst>
      <p:ext uri="{BB962C8B-B14F-4D97-AF65-F5344CB8AC3E}">
        <p14:creationId xmlns:p14="http://schemas.microsoft.com/office/powerpoint/2010/main" val="1787314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CCDA-12B0-ABC9-D292-C78E91585854}"/>
              </a:ext>
            </a:extLst>
          </p:cNvPr>
          <p:cNvSpPr>
            <a:spLocks noGrp="1"/>
          </p:cNvSpPr>
          <p:nvPr>
            <p:ph type="title" idx="4294967295"/>
          </p:nvPr>
        </p:nvSpPr>
        <p:spPr>
          <a:xfrm>
            <a:off x="426720" y="223519"/>
            <a:ext cx="10048240" cy="1036956"/>
          </a:xfrm>
        </p:spPr>
        <p:txBody>
          <a:bodyPr>
            <a:normAutofit/>
          </a:bodyPr>
          <a:lstStyle/>
          <a:p>
            <a:r>
              <a:rPr lang="en-US" sz="1800" b="1" dirty="0">
                <a:latin typeface="Times New Roman" panose="02020603050405020304" pitchFamily="18" charset="0"/>
                <a:cs typeface="Times New Roman" panose="02020603050405020304" pitchFamily="18" charset="0"/>
              </a:rPr>
              <a:t>3.Shell command demonstration :-</a:t>
            </a:r>
            <a:endParaRPr lang="en-IN" sz="18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6BFBBF2-61DD-D69D-AE52-1AD4774125C2}"/>
              </a:ext>
            </a:extLst>
          </p:cNvPr>
          <p:cNvSpPr>
            <a:spLocks noGrp="1"/>
          </p:cNvSpPr>
          <p:nvPr>
            <p:ph idx="4294967295"/>
          </p:nvPr>
        </p:nvSpPr>
        <p:spPr>
          <a:xfrm>
            <a:off x="91440" y="934720"/>
            <a:ext cx="12100560" cy="6167120"/>
          </a:xfrm>
        </p:spPr>
        <p:txBody>
          <a:bodyPr>
            <a:normAutofit/>
          </a:bodyPr>
          <a:lstStyle/>
          <a:p>
            <a:pPr marL="0" indent="0">
              <a:buNone/>
            </a:pPr>
            <a:r>
              <a:rPr lang="en-IN" sz="1400" dirty="0">
                <a:latin typeface="Times New Roman" panose="02020603050405020304" pitchFamily="18" charset="0"/>
                <a:cs typeface="Times New Roman" panose="02020603050405020304" pitchFamily="18" charset="0"/>
              </a:rPr>
              <a:t>The following table includes 20 essential Linux commands demonstrating file navigation, file management, permissions, process control, and networking utilities :-</a:t>
            </a:r>
          </a:p>
          <a:p>
            <a:pPr marL="0" indent="0">
              <a:buNone/>
            </a:pPr>
            <a:r>
              <a:rPr lang="en-IN" sz="1400" dirty="0">
                <a:latin typeface="Times New Roman" panose="02020603050405020304" pitchFamily="18" charset="0"/>
                <a:cs typeface="Times New Roman" panose="02020603050405020304" pitchFamily="18" charset="0"/>
              </a:rPr>
              <a:t>1.Command: ls </a:t>
            </a:r>
          </a:p>
          <a:p>
            <a:pPr marL="0" indent="0">
              <a:buNone/>
            </a:pPr>
            <a:r>
              <a:rPr lang="en-IN" sz="1400" dirty="0">
                <a:latin typeface="Times New Roman" panose="02020603050405020304" pitchFamily="18" charset="0"/>
                <a:cs typeface="Times New Roman" panose="02020603050405020304" pitchFamily="18" charset="0"/>
              </a:rPr>
              <a:t>Description: Lists files and directories </a:t>
            </a:r>
          </a:p>
          <a:p>
            <a:pPr marL="0" indent="0">
              <a:buNone/>
            </a:pPr>
            <a:r>
              <a:rPr lang="en-IN" sz="1400" dirty="0">
                <a:latin typeface="Times New Roman" panose="02020603050405020304" pitchFamily="18" charset="0"/>
                <a:cs typeface="Times New Roman" panose="02020603050405020304" pitchFamily="18" charset="0"/>
              </a:rPr>
              <a:t>Syntax: ls Usage: Displays contents of the current directory.</a:t>
            </a: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a:p>
            <a:pPr marL="0" indent="0">
              <a:buNone/>
            </a:pPr>
            <a:r>
              <a:rPr lang="en-IN" sz="1400" dirty="0">
                <a:latin typeface="Times New Roman" panose="02020603050405020304" pitchFamily="18" charset="0"/>
                <a:cs typeface="Times New Roman" panose="02020603050405020304" pitchFamily="18" charset="0"/>
              </a:rPr>
              <a:t>2.Command: cd </a:t>
            </a:r>
          </a:p>
          <a:p>
            <a:pPr marL="0" indent="0">
              <a:buNone/>
            </a:pPr>
            <a:r>
              <a:rPr lang="en-IN" sz="1400" dirty="0">
                <a:latin typeface="Times New Roman" panose="02020603050405020304" pitchFamily="18" charset="0"/>
                <a:cs typeface="Times New Roman" panose="02020603050405020304" pitchFamily="18" charset="0"/>
              </a:rPr>
              <a:t>Description: Changes current directory. </a:t>
            </a:r>
          </a:p>
          <a:p>
            <a:pPr marL="0" indent="0">
              <a:buNone/>
            </a:pPr>
            <a:r>
              <a:rPr lang="en-IN" sz="1400" dirty="0">
                <a:latin typeface="Times New Roman" panose="02020603050405020304" pitchFamily="18" charset="0"/>
                <a:cs typeface="Times New Roman" panose="02020603050405020304" pitchFamily="18" charset="0"/>
              </a:rPr>
              <a:t>Syntax: cd Documents </a:t>
            </a:r>
          </a:p>
          <a:p>
            <a:pPr marL="0" indent="0">
              <a:buNone/>
            </a:pPr>
            <a:r>
              <a:rPr lang="en-IN" sz="1400" dirty="0">
                <a:latin typeface="Times New Roman" panose="02020603050405020304" pitchFamily="18" charset="0"/>
                <a:cs typeface="Times New Roman" panose="02020603050405020304" pitchFamily="18" charset="0"/>
              </a:rPr>
              <a:t>3.Command: </a:t>
            </a:r>
            <a:r>
              <a:rPr lang="en-IN" sz="1400" dirty="0" err="1">
                <a:latin typeface="Times New Roman" panose="02020603050405020304" pitchFamily="18" charset="0"/>
                <a:cs typeface="Times New Roman" panose="02020603050405020304" pitchFamily="18" charset="0"/>
              </a:rPr>
              <a:t>pwd</a:t>
            </a:r>
            <a:r>
              <a:rPr lang="en-IN" sz="1400" dirty="0">
                <a:latin typeface="Times New Roman" panose="02020603050405020304" pitchFamily="18" charset="0"/>
                <a:cs typeface="Times New Roman" panose="02020603050405020304" pitchFamily="18" charset="0"/>
              </a:rPr>
              <a:t> .</a:t>
            </a:r>
          </a:p>
          <a:p>
            <a:pPr marL="0" indent="0">
              <a:buNone/>
            </a:pPr>
            <a:r>
              <a:rPr lang="en-IN" sz="1400" dirty="0">
                <a:latin typeface="Times New Roman" panose="02020603050405020304" pitchFamily="18" charset="0"/>
                <a:cs typeface="Times New Roman" panose="02020603050405020304" pitchFamily="18" charset="0"/>
              </a:rPr>
              <a:t>Description: Shows current working directory. </a:t>
            </a:r>
          </a:p>
          <a:p>
            <a:pPr marL="0" indent="0">
              <a:buNone/>
            </a:pPr>
            <a:r>
              <a:rPr lang="en-IN" sz="1400" dirty="0">
                <a:latin typeface="Times New Roman" panose="02020603050405020304" pitchFamily="18" charset="0"/>
                <a:cs typeface="Times New Roman" panose="02020603050405020304" pitchFamily="18" charset="0"/>
              </a:rPr>
              <a:t>Syntax: </a:t>
            </a:r>
            <a:r>
              <a:rPr lang="en-IN" sz="1400" dirty="0" err="1">
                <a:latin typeface="Times New Roman" panose="02020603050405020304" pitchFamily="18" charset="0"/>
                <a:cs typeface="Times New Roman" panose="02020603050405020304" pitchFamily="18" charset="0"/>
              </a:rPr>
              <a:t>pwd</a:t>
            </a:r>
            <a:r>
              <a:rPr lang="en-IN" sz="1400" dirty="0">
                <a:latin typeface="Times New Roman" panose="02020603050405020304" pitchFamily="18" charset="0"/>
                <a:cs typeface="Times New Roman" panose="02020603050405020304" pitchFamily="18" charset="0"/>
              </a:rPr>
              <a:t> .</a:t>
            </a:r>
          </a:p>
          <a:p>
            <a:pPr marL="0" indent="0">
              <a:buNone/>
            </a:pPr>
            <a:r>
              <a:rPr lang="en-IN" sz="1400" dirty="0">
                <a:latin typeface="Times New Roman" panose="02020603050405020304" pitchFamily="18" charset="0"/>
                <a:cs typeface="Times New Roman" panose="02020603050405020304" pitchFamily="18" charset="0"/>
              </a:rPr>
              <a:t>4.Command: tree.</a:t>
            </a:r>
          </a:p>
          <a:p>
            <a:pPr marL="0" indent="0">
              <a:buNone/>
            </a:pPr>
            <a:r>
              <a:rPr lang="en-IN" sz="1400" dirty="0">
                <a:latin typeface="Times New Roman" panose="02020603050405020304" pitchFamily="18" charset="0"/>
                <a:cs typeface="Times New Roman" panose="02020603050405020304" pitchFamily="18" charset="0"/>
              </a:rPr>
              <a:t>Description: Displays directory structure </a:t>
            </a:r>
          </a:p>
          <a:p>
            <a:pPr marL="0" indent="0">
              <a:buNone/>
            </a:pPr>
            <a:r>
              <a:rPr lang="en-IN" sz="1400" dirty="0">
                <a:latin typeface="Times New Roman" panose="02020603050405020304" pitchFamily="18" charset="0"/>
                <a:cs typeface="Times New Roman" panose="02020603050405020304" pitchFamily="18" charset="0"/>
              </a:rPr>
              <a:t>Syntax: tree </a:t>
            </a:r>
          </a:p>
          <a:p>
            <a:pPr marL="0" indent="0">
              <a:buNone/>
            </a:pPr>
            <a:endParaRPr lang="en-IN" sz="1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2A5C37D-E804-1EAC-D747-735ADA6D5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 y="2291397"/>
            <a:ext cx="4815840" cy="822959"/>
          </a:xfrm>
          <a:prstGeom prst="rect">
            <a:avLst/>
          </a:prstGeom>
        </p:spPr>
      </p:pic>
      <p:pic>
        <p:nvPicPr>
          <p:cNvPr id="11" name="Picture 10" descr="A screen shot of a computer&#10;&#10;AI-generated content may be incorrect.">
            <a:extLst>
              <a:ext uri="{FF2B5EF4-FFF2-40B4-BE49-F238E27FC236}">
                <a16:creationId xmlns:a16="http://schemas.microsoft.com/office/drawing/2014/main" id="{619A2935-BF9F-B100-7202-EE72E2BCAA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4385" y="5689600"/>
            <a:ext cx="9040575" cy="1727200"/>
          </a:xfrm>
          <a:prstGeom prst="rect">
            <a:avLst/>
          </a:prstGeom>
        </p:spPr>
      </p:pic>
    </p:spTree>
    <p:extLst>
      <p:ext uri="{BB962C8B-B14F-4D97-AF65-F5344CB8AC3E}">
        <p14:creationId xmlns:p14="http://schemas.microsoft.com/office/powerpoint/2010/main" val="3065633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DB56286-A2FF-F815-C359-0B2B37AEA458}"/>
              </a:ext>
            </a:extLst>
          </p:cNvPr>
          <p:cNvSpPr txBox="1"/>
          <p:nvPr/>
        </p:nvSpPr>
        <p:spPr>
          <a:xfrm>
            <a:off x="-436880" y="34435"/>
            <a:ext cx="9001760" cy="773160"/>
          </a:xfrm>
          <a:prstGeom prst="rect">
            <a:avLst/>
          </a:prstGeom>
          <a:noFill/>
        </p:spPr>
        <p:txBody>
          <a:bodyPr wrap="square">
            <a:spAutoFit/>
          </a:bodyPr>
          <a:lstStyle/>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5.Command: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mkdir</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Creates new directory </a:t>
            </a:r>
          </a:p>
          <a:p>
            <a:pPr marL="457200">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mkdir</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test_folder</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pic>
        <p:nvPicPr>
          <p:cNvPr id="8" name="Picture 7">
            <a:extLst>
              <a:ext uri="{FF2B5EF4-FFF2-40B4-BE49-F238E27FC236}">
                <a16:creationId xmlns:a16="http://schemas.microsoft.com/office/drawing/2014/main" id="{97F8C771-52A0-D5D9-9D6E-8702D086CC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73160"/>
            <a:ext cx="10373360" cy="579500"/>
          </a:xfrm>
          <a:prstGeom prst="rect">
            <a:avLst/>
          </a:prstGeom>
        </p:spPr>
      </p:pic>
      <p:sp>
        <p:nvSpPr>
          <p:cNvPr id="10" name="TextBox 9">
            <a:extLst>
              <a:ext uri="{FF2B5EF4-FFF2-40B4-BE49-F238E27FC236}">
                <a16:creationId xmlns:a16="http://schemas.microsoft.com/office/drawing/2014/main" id="{3D22B08A-716B-C146-49C7-5B8DE07768B3}"/>
              </a:ext>
            </a:extLst>
          </p:cNvPr>
          <p:cNvSpPr txBox="1"/>
          <p:nvPr/>
        </p:nvSpPr>
        <p:spPr>
          <a:xfrm>
            <a:off x="-436880" y="1352660"/>
            <a:ext cx="6314440" cy="773160"/>
          </a:xfrm>
          <a:prstGeom prst="rect">
            <a:avLst/>
          </a:prstGeom>
          <a:noFill/>
        </p:spPr>
        <p:txBody>
          <a:bodyPr wrap="square">
            <a:spAutoFit/>
          </a:bodyPr>
          <a:lstStyle/>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6.Command: touch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Creates new file </a:t>
            </a:r>
          </a:p>
          <a:p>
            <a:pPr marL="457200">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touch file1.txt .</a:t>
            </a:r>
          </a:p>
        </p:txBody>
      </p:sp>
      <p:sp>
        <p:nvSpPr>
          <p:cNvPr id="12" name="TextBox 11">
            <a:extLst>
              <a:ext uri="{FF2B5EF4-FFF2-40B4-BE49-F238E27FC236}">
                <a16:creationId xmlns:a16="http://schemas.microsoft.com/office/drawing/2014/main" id="{42E6EAEE-ED1C-015C-97F7-F4A80696B337}"/>
              </a:ext>
            </a:extLst>
          </p:cNvPr>
          <p:cNvSpPr txBox="1"/>
          <p:nvPr/>
        </p:nvSpPr>
        <p:spPr>
          <a:xfrm>
            <a:off x="-436880" y="2125820"/>
            <a:ext cx="5803900" cy="768800"/>
          </a:xfrm>
          <a:prstGeom prst="rect">
            <a:avLst/>
          </a:prstGeom>
          <a:noFill/>
        </p:spPr>
        <p:txBody>
          <a:bodyPr wrap="square">
            <a:spAutoFit/>
          </a:bodyPr>
          <a:lstStyle/>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7.Command: cp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Copies files or directories. </a:t>
            </a:r>
          </a:p>
          <a:p>
            <a:pPr>
              <a:buNone/>
            </a:pPr>
            <a:r>
              <a:rPr lang="en-IN" sz="1400" dirty="0">
                <a:effectLst/>
                <a:latin typeface="Times New Roman" panose="02020603050405020304" pitchFamily="18" charset="0"/>
                <a:ea typeface="Calibri" panose="020F0502020204030204" pitchFamily="34" charset="0"/>
                <a:cs typeface="Times New Roman" panose="02020603050405020304" pitchFamily="18" charset="0"/>
              </a:rPr>
              <a:t>           Syntax: cp file1.txt file2.txt .</a:t>
            </a:r>
            <a:endParaRPr lang="en-IN" sz="1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3CAC0EA-6C3C-9A66-1C37-9354D08B50CD}"/>
              </a:ext>
            </a:extLst>
          </p:cNvPr>
          <p:cNvSpPr txBox="1"/>
          <p:nvPr/>
        </p:nvSpPr>
        <p:spPr>
          <a:xfrm>
            <a:off x="-358140" y="2788295"/>
            <a:ext cx="6314440" cy="3304046"/>
          </a:xfrm>
          <a:prstGeom prst="rect">
            <a:avLst/>
          </a:prstGeom>
          <a:noFill/>
        </p:spPr>
        <p:txBody>
          <a:bodyPr wrap="square">
            <a:spAutoFit/>
          </a:bodyPr>
          <a:lstStyle/>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8.Command: mv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Moves or renames files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mv file1.txt docs/ .</a:t>
            </a:r>
          </a:p>
          <a:p>
            <a:pPr marL="457200">
              <a:lnSpc>
                <a:spcPct val="107000"/>
              </a:lnSpc>
              <a:buNone/>
            </a:pP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9.Command: rm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Removes files or directories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rm file2.txt </a:t>
            </a:r>
          </a:p>
          <a:p>
            <a:pPr marL="457200">
              <a:lnSpc>
                <a:spcPct val="107000"/>
              </a:lnSpc>
              <a:buNone/>
            </a:pP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10.Command: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chmod</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Changes file permissions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chmod</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755 script.sh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11.Command: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chown</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Changes file ownership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sudo</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chown</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user:user</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file.txt </a:t>
            </a:r>
          </a:p>
        </p:txBody>
      </p:sp>
    </p:spTree>
    <p:extLst>
      <p:ext uri="{BB962C8B-B14F-4D97-AF65-F5344CB8AC3E}">
        <p14:creationId xmlns:p14="http://schemas.microsoft.com/office/powerpoint/2010/main" val="1876572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E59A21-7812-2C77-BAF7-2E5B5FCB6218}"/>
              </a:ext>
            </a:extLst>
          </p:cNvPr>
          <p:cNvSpPr txBox="1"/>
          <p:nvPr/>
        </p:nvSpPr>
        <p:spPr>
          <a:xfrm>
            <a:off x="-416560" y="0"/>
            <a:ext cx="6096000" cy="768415"/>
          </a:xfrm>
          <a:prstGeom prst="rect">
            <a:avLst/>
          </a:prstGeom>
          <a:noFill/>
        </p:spPr>
        <p:txBody>
          <a:bodyPr wrap="square">
            <a:spAutoFit/>
          </a:bodyPr>
          <a:lstStyle/>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12.Command: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ps</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Displays active processes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ps</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aux </a:t>
            </a:r>
          </a:p>
        </p:txBody>
      </p:sp>
      <p:pic>
        <p:nvPicPr>
          <p:cNvPr id="5" name="Picture 4" descr="A screen shot of a computer&#10;&#10;AI-generated content may be incorrect.">
            <a:extLst>
              <a:ext uri="{FF2B5EF4-FFF2-40B4-BE49-F238E27FC236}">
                <a16:creationId xmlns:a16="http://schemas.microsoft.com/office/drawing/2014/main" id="{1584819A-789C-325D-953A-55015F5E3B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8415"/>
            <a:ext cx="12192000" cy="5632436"/>
          </a:xfrm>
          <a:prstGeom prst="rect">
            <a:avLst/>
          </a:prstGeom>
        </p:spPr>
      </p:pic>
    </p:spTree>
    <p:extLst>
      <p:ext uri="{BB962C8B-B14F-4D97-AF65-F5344CB8AC3E}">
        <p14:creationId xmlns:p14="http://schemas.microsoft.com/office/powerpoint/2010/main" val="3133555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FDF05D-82B9-BDF7-FD4F-7416DDE48CCD}"/>
              </a:ext>
            </a:extLst>
          </p:cNvPr>
          <p:cNvSpPr txBox="1"/>
          <p:nvPr/>
        </p:nvSpPr>
        <p:spPr>
          <a:xfrm>
            <a:off x="-254000" y="0"/>
            <a:ext cx="6096000" cy="5184817"/>
          </a:xfrm>
          <a:prstGeom prst="rect">
            <a:avLst/>
          </a:prstGeom>
          <a:noFill/>
        </p:spPr>
        <p:txBody>
          <a:bodyPr wrap="square">
            <a:spAutoFit/>
          </a:bodyPr>
          <a:lstStyle/>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13.Command: top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Monitors system processes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top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14.Command: kill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Terminates a process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kill 1234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15.Command: ping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Tests network connectivity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ping google.com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16.Command: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ifconfig</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Displays network configuration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ifconfig</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17.Command: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ip</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Manages network interfaces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ip</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addr</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show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18.Command: netstat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Shows network statistics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netstat -</a:t>
            </a:r>
            <a:r>
              <a:rPr lang="en-IN" sz="1400" kern="100" dirty="0" err="1">
                <a:effectLst/>
                <a:latin typeface="Times New Roman" panose="02020603050405020304" pitchFamily="18" charset="0"/>
                <a:ea typeface="Calibri" panose="020F0502020204030204" pitchFamily="34" charset="0"/>
                <a:cs typeface="Times New Roman" panose="02020603050405020304" pitchFamily="18" charset="0"/>
              </a:rPr>
              <a:t>tuln</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19.Command: history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Displays command history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history </a:t>
            </a:r>
          </a:p>
          <a:p>
            <a:pPr marL="457200">
              <a:lnSpc>
                <a:spcPct val="107000"/>
              </a:lnSpc>
              <a:spcAft>
                <a:spcPts val="800"/>
              </a:spcAft>
              <a:buNone/>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A screen shot of a computer&#10;&#10;AI-generated content may be incorrect.">
            <a:extLst>
              <a:ext uri="{FF2B5EF4-FFF2-40B4-BE49-F238E27FC236}">
                <a16:creationId xmlns:a16="http://schemas.microsoft.com/office/drawing/2014/main" id="{2DE13CEB-75CB-1418-E8FD-219BF57826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2800" y="111760"/>
            <a:ext cx="4531360" cy="7132320"/>
          </a:xfrm>
          <a:prstGeom prst="rect">
            <a:avLst/>
          </a:prstGeom>
        </p:spPr>
      </p:pic>
      <p:cxnSp>
        <p:nvCxnSpPr>
          <p:cNvPr id="7" name="Straight Arrow Connector 6">
            <a:extLst>
              <a:ext uri="{FF2B5EF4-FFF2-40B4-BE49-F238E27FC236}">
                <a16:creationId xmlns:a16="http://schemas.microsoft.com/office/drawing/2014/main" id="{5E5B4B83-B481-1FDF-BB2D-46A33397BF75}"/>
              </a:ext>
            </a:extLst>
          </p:cNvPr>
          <p:cNvCxnSpPr/>
          <p:nvPr/>
        </p:nvCxnSpPr>
        <p:spPr>
          <a:xfrm flipV="1">
            <a:off x="965200" y="4033520"/>
            <a:ext cx="3810000" cy="1361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AB9B3A4-4C48-5135-C3F6-2E04913C8C05}"/>
              </a:ext>
            </a:extLst>
          </p:cNvPr>
          <p:cNvCxnSpPr/>
          <p:nvPr/>
        </p:nvCxnSpPr>
        <p:spPr>
          <a:xfrm>
            <a:off x="701040" y="4876800"/>
            <a:ext cx="264160" cy="51816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9469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E3D016-8CDC-5BA3-A28B-15C983EB0DC5}"/>
              </a:ext>
            </a:extLst>
          </p:cNvPr>
          <p:cNvSpPr txBox="1"/>
          <p:nvPr/>
        </p:nvSpPr>
        <p:spPr>
          <a:xfrm>
            <a:off x="-203200" y="0"/>
            <a:ext cx="6096000" cy="773160"/>
          </a:xfrm>
          <a:prstGeom prst="rect">
            <a:avLst/>
          </a:prstGeom>
          <a:noFill/>
        </p:spPr>
        <p:txBody>
          <a:bodyPr wrap="square">
            <a:spAutoFit/>
          </a:bodyPr>
          <a:lstStyle/>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20.Command: clear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Description: Clears terminal screen </a:t>
            </a:r>
          </a:p>
          <a:p>
            <a:pPr marL="457200">
              <a:lnSpc>
                <a:spcPct val="107000"/>
              </a:lnSpc>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Syntax: clear Usage: Removes clutter from terminal view. </a:t>
            </a:r>
          </a:p>
        </p:txBody>
      </p:sp>
      <p:sp>
        <p:nvSpPr>
          <p:cNvPr id="5" name="TextBox 4">
            <a:extLst>
              <a:ext uri="{FF2B5EF4-FFF2-40B4-BE49-F238E27FC236}">
                <a16:creationId xmlns:a16="http://schemas.microsoft.com/office/drawing/2014/main" id="{C2374782-A76D-3D51-259E-08839C7D39C9}"/>
              </a:ext>
            </a:extLst>
          </p:cNvPr>
          <p:cNvSpPr txBox="1"/>
          <p:nvPr/>
        </p:nvSpPr>
        <p:spPr>
          <a:xfrm>
            <a:off x="223520" y="905442"/>
            <a:ext cx="11968480" cy="2438040"/>
          </a:xfrm>
          <a:prstGeom prst="rect">
            <a:avLst/>
          </a:prstGeom>
          <a:noFill/>
        </p:spPr>
        <p:txBody>
          <a:bodyPr wrap="square">
            <a:spAutoFit/>
          </a:bodyPr>
          <a:lstStyle/>
          <a:p>
            <a:pPr>
              <a:lnSpc>
                <a:spcPct val="107000"/>
              </a:lnSpc>
              <a:spcAft>
                <a:spcPts val="800"/>
              </a:spcAft>
              <a:buNone/>
            </a:pPr>
            <a:r>
              <a:rPr lang="en-IN" sz="1400" b="1" u="sng" kern="100" dirty="0">
                <a:effectLst/>
                <a:latin typeface="Times New Roman" panose="02020603050405020304" pitchFamily="18" charset="0"/>
                <a:ea typeface="Calibri" panose="020F0502020204030204" pitchFamily="34" charset="0"/>
                <a:cs typeface="Times New Roman" panose="02020603050405020304" pitchFamily="18" charset="0"/>
              </a:rPr>
              <a:t>4. GitHub Repository Submission :-</a:t>
            </a:r>
            <a:endPar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A GitHub repository </a:t>
            </a:r>
            <a:r>
              <a:rPr lang="en-IN" sz="1400" kern="100">
                <a:effectLst/>
                <a:latin typeface="Times New Roman" panose="02020603050405020304" pitchFamily="18" charset="0"/>
                <a:ea typeface="Calibri" panose="020F0502020204030204" pitchFamily="34" charset="0"/>
                <a:cs typeface="Times New Roman" panose="02020603050405020304" pitchFamily="18" charset="0"/>
              </a:rPr>
              <a:t>named </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hlinkClick r:id="rId2"/>
              </a:rPr>
              <a:t>‘</a:t>
            </a:r>
            <a:r>
              <a:rPr lang="en-IN" sz="1400" dirty="0">
                <a:latin typeface="Times New Roman" panose="02020603050405020304" pitchFamily="18" charset="0"/>
                <a:cs typeface="Times New Roman" panose="02020603050405020304" pitchFamily="18" charset="0"/>
                <a:hlinkClick r:id="rId2"/>
              </a:rPr>
              <a:t>linux-shell-assignment-sem-1</a:t>
            </a:r>
            <a:r>
              <a:rPr lang="en-IN" sz="1400" kern="100" dirty="0">
                <a:latin typeface="Times New Roman" panose="02020603050405020304" pitchFamily="18" charset="0"/>
                <a:ea typeface="Calibri" panose="020F0502020204030204" pitchFamily="34" charset="0"/>
                <a:cs typeface="Times New Roman" panose="02020603050405020304" pitchFamily="18" charset="0"/>
              </a:rPr>
              <a:t>’</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was created to host all three shell scripts. </a:t>
            </a:r>
          </a:p>
          <a:p>
            <a:pP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Link:- </a:t>
            </a:r>
            <a:r>
              <a:rPr lang="en-IN" sz="1400" dirty="0">
                <a:latin typeface="Times New Roman" panose="02020603050405020304" pitchFamily="18" charset="0"/>
                <a:cs typeface="Times New Roman" panose="02020603050405020304" pitchFamily="18" charset="0"/>
                <a:hlinkClick r:id="rId2"/>
              </a:rPr>
              <a:t>pravindrasingh6002-star/linux-shell-assignment-sem-1</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buNone/>
            </a:pPr>
            <a:r>
              <a:rPr lang="en-IN" sz="1400" b="1" u="sng" kern="100" dirty="0">
                <a:effectLst/>
                <a:latin typeface="Times New Roman" panose="02020603050405020304" pitchFamily="18" charset="0"/>
                <a:ea typeface="Calibri" panose="020F0502020204030204" pitchFamily="34" charset="0"/>
                <a:cs typeface="Times New Roman" panose="02020603050405020304" pitchFamily="18" charset="0"/>
              </a:rPr>
              <a:t>5. Reflection and Learning Outcomes:-</a:t>
            </a:r>
            <a:endPar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This assignment enhanced understanding of Linux environment management, command line utilities, and automation using shell scripting. Challenges included handling permissions and debugging shell scripts. Through this exercise, I learned to effectively use Linux for real-world automation, backups, and system monitoring — essential skills for future software and AI projects</a:t>
            </a:r>
            <a:r>
              <a:rPr lang="en-IN" sz="1400" kern="100" dirty="0">
                <a:effectLst/>
                <a:latin typeface="Comic Sans MS" panose="030F0702030302020204" pitchFamily="66" charset="0"/>
                <a:ea typeface="Calibri" panose="020F0502020204030204" pitchFamily="34" charset="0"/>
                <a:cs typeface="Times New Roman" panose="02020603050405020304" pitchFamily="18" charset="0"/>
              </a:rPr>
              <a: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31715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TotalTime>
  <Words>707</Words>
  <Application>Microsoft Office PowerPoint</Application>
  <PresentationFormat>Widescreen</PresentationFormat>
  <Paragraphs>85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Calibri</vt:lpstr>
      <vt:lpstr>Comic Sans MS</vt:lpstr>
      <vt:lpstr>Times New Roman</vt:lpstr>
      <vt:lpstr>Office Theme</vt:lpstr>
      <vt:lpstr>K.R. Mangalam University School of Engineering and Technology Department:-CSE Session:- Odd Programme:- B.Tech CSE (Specialisation with AI/ML) Semester:- 1st Course Code: ETCCCP105 Course Name:- Computer Science Fundamentals &amp; Career Pathways Faculty:- Mr. Rajesh  </vt:lpstr>
      <vt:lpstr>1.Introduction:-</vt:lpstr>
      <vt:lpstr>2. Create a new Virtual Machine in VirtualBox. 3.Allocate hardware resources and attach iso in VirtualBox. 4. Install Ubuntu with default settings.  5. Update packages and reboot system.</vt:lpstr>
      <vt:lpstr>3.Shell command demonstration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pravindrasingh6002@gmail.com</dc:creator>
  <cp:lastModifiedBy>pravindrasingh6002@gmail.com</cp:lastModifiedBy>
  <cp:revision>4</cp:revision>
  <dcterms:created xsi:type="dcterms:W3CDTF">2025-11-07T00:37:42Z</dcterms:created>
  <dcterms:modified xsi:type="dcterms:W3CDTF">2025-11-16T16:33:33Z</dcterms:modified>
</cp:coreProperties>
</file>